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price (USD)</c:v>
                </c:pt>
              </c:strCache>
            </c:strRef>
          </c:tx>
          <c:spPr>
            <a:solidFill>
              <a:srgbClr val="3C38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1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38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E0B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Template apps
(Fitbod, Freeletics)</c:v>
                  </c:pt>
                  <c:pt idx="1">
                    <c:v>Hybrid AI + wearable
coaching</c:v>
                  </c:pt>
                  <c:pt idx="2">
                    <c:v>Human coaching
(Future)</c:v>
                  </c:pt>
                  <c:pt idx="3">
                    <c:v>Vigil — 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128</c:v>
                </c:pt>
                <c:pt idx="2">
                  <c:v>175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1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9B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9B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F"/>
        </a:solidFill>
        <a:ln>
          <a:noFill/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914400"/>
            <a:ext cx="2011680" cy="2011680"/>
          </a:xfrm>
          <a:prstGeom prst="ellipse">
            <a:avLst/>
          </a:prstGeom>
          <a:ln w="19050">
            <a:solidFill>
              <a:srgbClr val="3C38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18608" y="1143000"/>
            <a:ext cx="1554480" cy="1554480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7C6FFF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0" y="30632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PITCH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2255368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personal trainer that notices when you don't show up.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an exploratory concept — not a live product.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apps got smarter.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didn't.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46247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“AI” features are reactive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26243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a better plan — but still wait for you to open the app and start the conversation.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38728"/>
            <a:ext cx="502920" cy="50292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66948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3493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improved plans, not follow-through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34440" y="38313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programming hasn't moved the number that actually matters: whether people keep showing up.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745736"/>
            <a:ext cx="502920" cy="50292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876495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47000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calls you when you go quiet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34440" y="503834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mainstream app notices a skipped session and reaches out the way a real coach would.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40880" y="2331720"/>
            <a:ext cx="4572000" cy="1600200"/>
          </a:xfrm>
          <a:prstGeom prst="roundRect">
            <a:avLst>
              <a:gd name="adj" fmla="val 514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315200" y="24871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E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731520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fitness apps lose most of their users within the first 30 days, per industry churn analyses.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040880" y="4114800"/>
            <a:ext cx="4572000" cy="1600200"/>
          </a:xfrm>
          <a:prstGeom prst="roundRect">
            <a:avLst>
              <a:gd name="adj" fmla="val 514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315200" y="4270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$14–58B</a:t>
            </a:r>
            <a:endParaRPr lang="en-US" sz="4000" dirty="0"/>
          </a:p>
        </p:txBody>
      </p:sp>
      <p:sp>
        <p:nvSpPr>
          <p:cNvPr id="25" name="Text 20"/>
          <p:cNvSpPr/>
          <p:nvPr/>
        </p:nvSpPr>
        <p:spPr>
          <a:xfrm>
            <a:off x="7315200" y="4983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spread analysts give for the AI-in-fitness market by the mid-2030s. Estimates vary wildly — the direction doesn't.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LANDSCAPE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Plenty of AI coaches. None that call you out.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737360"/>
                <a:gridCol w="1463040"/>
                <a:gridCol w="17373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 Plans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Remembers You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Out 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Fitbod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Freeletics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Muscle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(human coach)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human texts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Future's AI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Discontinued in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5166360"/>
            <a:ext cx="658368" cy="65836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416" y="53375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5166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across every row: real product, real engineering — and still nothing that notices when you go quiet and says something first.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 REALITY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player in this space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walked this back.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6400800" cy="3657600"/>
          </a:xfrm>
          <a:prstGeom prst="roundRect">
            <a:avLst>
              <a:gd name="adj" fmla="val 225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3A302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88584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697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Future — the largest virtual personal training platform — built a pure-AI coaching product, then discontinued it and recommitted fully to human coaches.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3886200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10% of people globally say they'd prefer AI workout guidance over a human coach — barely higher among Gen Z and Millennials, per Les Mills' 2026 Global Fitness Report.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074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headwind, not a footnote — any pitch for Vigil has to answer it directly.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23760" y="2468880"/>
            <a:ext cx="4389120" cy="3657600"/>
          </a:xfrm>
          <a:prstGeom prst="roundRect">
            <a:avLst>
              <a:gd name="adj" fmla="val 225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4380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CE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VIGIL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43800" y="31089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 can't win by pretending to be a human coach. It has to win by doing the one thing humans can't scale: watching every day, noticing immediately, and reaching out — for a fraction of the price.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6634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the layer between sessions with a human coach, or the accountability tier for people priced out of one — not a replacement for either.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INSIGHT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isn't intelligence. It's initiative.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48740" y="2148840"/>
            <a:ext cx="548640" cy="54864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386" y="229148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8:00 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324612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Recovery's back up — good day to push legs. Same time as usual?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97580" y="2148840"/>
            <a:ext cx="548640" cy="54864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226" y="22914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5:30 PM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24612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usually leaving for the gym right about now. What's the plan?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46420" y="2148840"/>
            <a:ext cx="548640" cy="54864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066" y="22914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6:00 PM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19472" y="324612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Traffic's light — nine minutes if you leave now.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95260" y="2148840"/>
            <a:ext cx="548640" cy="54864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6" y="2291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7:15 PM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68312" y="324612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speed dropped on set four. Take five off the last set.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944100" y="2148840"/>
            <a:ext cx="548640" cy="54864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746" y="229148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9:00 PM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217152" y="3246120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session. Same time tomorrow, or want a rest day?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2960" y="2423160"/>
            <a:ext cx="1051560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68680" y="53035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2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consumer fitness app behaves this way today. Current AI coaches mostly wait for you to open them and ask.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pillars, one always-on coach.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8300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&amp; personality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783080" y="2971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discipline (strength, conditioning, mobility, HIIT) and a tone (motivator, drill sergeant, chill coach, mentor).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3317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651760"/>
            <a:ext cx="685800" cy="68580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8300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coaching engine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98080" y="2971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recovery, and streak data reshape today's session automatically — before you even open the app.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480560"/>
            <a:ext cx="685800" cy="68580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6588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accountability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83080" y="4800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 messages first. It notices a skipped session and starts the conversation, instead of waiting for one.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41605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83680" y="4480560"/>
            <a:ext cx="685800" cy="68580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46588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camera interaction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98080" y="4800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logging by voice, and phone-camera form checks on rep quality, tempo, and range of motion.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HOW IT TRACKS YOU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level removes one more excuse.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70772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Manual check-in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sets and reps by text after each one. Works on day one, in any gym.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22860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56032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21" y="270772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Voice conversation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6177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Earbuds in, hands free — say “done,” get the next set.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22860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256032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81" y="270772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Computer vision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4124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flags tempo, range of motion, and bar path in real time.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582241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2960" y="5074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Wearable data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2296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HRV, and recovery reshape the plan before you train.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43400" y="416052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17720" y="443484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121" y="458224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17720" y="5074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Automatic detection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61772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 recognizes the station you're at and starts the timer itself.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38160" y="416052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12480" y="4434840"/>
            <a:ext cx="566928" cy="566928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881" y="4582241"/>
            <a:ext cx="272125" cy="27212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12480" y="5074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Full autonomy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41248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session, injury, and excuse — remembered and reasoned about.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WHERE IT SITS ON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between a template and a trainer.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0312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2103120"/>
            <a:ext cx="4114800" cy="3931920"/>
          </a:xfrm>
          <a:prstGeom prst="roundRect">
            <a:avLst>
              <a:gd name="adj" fmla="val 209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E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pulled from public pricing pages, not confirmed unit economics — directional, not a forecast.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0" y="33832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apps are cheap but static. Human coaching works but costs $150–200/month. The open lane sits in between: AI that's genuinely proactive, at software pricing.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buyer: people who've tried template apps and quit, but can't justify $150+/month for a human.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MVP &amp;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first, and what waits.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14600" cy="3840480"/>
          </a:xfrm>
          <a:prstGeom prst="roundRect">
            <a:avLst>
              <a:gd name="adj" fmla="val 327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71485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Prototype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8862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concept + working chat demo. Validates tone, UX, and whether the idea lands. Done.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4206240"/>
            <a:ext cx="137160" cy="0"/>
          </a:xfrm>
          <a:prstGeom prst="line">
            <a:avLst/>
          </a:prstGeom>
          <a:noFill/>
          <a:ln w="19050">
            <a:solidFill>
              <a:srgbClr val="7C6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286000"/>
            <a:ext cx="2514600" cy="3840480"/>
          </a:xfrm>
          <a:prstGeom prst="roundRect">
            <a:avLst>
              <a:gd name="adj" fmla="val 327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256032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254" y="271485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720" y="38862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trainer, chat-based logging, scheduled proactive nudges, persistent memory. ~4–6 weeks solo.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852160" y="4206240"/>
            <a:ext cx="137160" cy="0"/>
          </a:xfrm>
          <a:prstGeom prst="line">
            <a:avLst/>
          </a:prstGeom>
          <a:noFill/>
          <a:ln w="19050">
            <a:solidFill>
              <a:srgbClr val="7C6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0" y="2286000"/>
            <a:ext cx="2514600" cy="3840480"/>
          </a:xfrm>
          <a:prstGeom prst="roundRect">
            <a:avLst>
              <a:gd name="adj" fmla="val 327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256032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734" y="271485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Senses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172200" y="38862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(Apple Health / Google Fit), voice input, richer adaptive plan logic. ~6–8 weeks.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549640" y="4206240"/>
            <a:ext cx="137160" cy="0"/>
          </a:xfrm>
          <a:prstGeom prst="line">
            <a:avLst/>
          </a:prstGeom>
          <a:noFill/>
          <a:ln w="19050">
            <a:solidFill>
              <a:srgbClr val="7C6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41080" y="2286000"/>
            <a:ext cx="2514600" cy="3840480"/>
          </a:xfrm>
          <a:prstGeom prst="roundRect">
            <a:avLst>
              <a:gd name="adj" fmla="val 3273"/>
            </a:avLst>
          </a:prstGeom>
          <a:solidFill>
            <a:srgbClr val="1D1D28"/>
          </a:solidFill>
          <a:ln/>
          <a:effectLst>
            <a:outerShdw sx="100000" sy="100000" kx="0" ky="0" algn="bl" rotWithShape="0" blurRad="127000" dist="38100" dir="2700000">
              <a:srgbClr val="000000">
                <a:alpha val="2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869680" y="256032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4214" y="271485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Full loop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869680" y="38862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form check, analytics dashboard, automatic gym detection, monetization. ~8–12 weeks.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" cy="201168"/>
          </a:xfrm>
          <a:prstGeom prst="ellipse">
            <a:avLst/>
          </a:prstGeom>
          <a:solidFill>
            <a:srgbClr val="3C3878"/>
          </a:solidFill>
          <a:ln/>
        </p:spPr>
      </p:sp>
      <p:sp>
        <p:nvSpPr>
          <p:cNvPr id="3" name="Shape 1"/>
          <p:cNvSpPr/>
          <p:nvPr/>
        </p:nvSpPr>
        <p:spPr>
          <a:xfrm>
            <a:off x="502463" y="392735"/>
            <a:ext cx="110642" cy="110642"/>
          </a:xfrm>
          <a:prstGeom prst="ellipse">
            <a:avLst/>
          </a:prstGeom>
          <a:solidFill>
            <a:srgbClr val="7C6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9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needs to go from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to code.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27605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demand first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971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15–20 people who've quit a fitness app in under a month. Confirm the proactive-nudge idea is what's actually missing for them.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4" y="39035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Phase 1 build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71600" y="4114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trainer, one personality, chat-based accountability loop. Buildable solo in 4–6 weeks with Claude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594360" cy="594360"/>
          </a:xfrm>
          <a:prstGeom prst="ellipse">
            <a:avLst/>
          </a:prstGeom>
          <a:solidFill>
            <a:srgbClr val="3C387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50465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on positioning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app competing on accountability, or a proactive-coaching feature layered into an existing platform?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prototype and pitch prepared for internal discussion — no commitments implied.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Vigil — Concept Pitch</dc:title>
  <dc:subject>PptxGenJS Presentation</dc:subject>
  <dc:creator>Vigil Concept</dc:creator>
  <cp:lastModifiedBy>Vigil Concept</cp:lastModifiedBy>
  <cp:revision>1</cp:revision>
  <dcterms:created xsi:type="dcterms:W3CDTF">2026-07-08T16:23:26Z</dcterms:created>
  <dcterms:modified xsi:type="dcterms:W3CDTF">2026-07-08T16:23:26Z</dcterms:modified>
</cp:coreProperties>
</file>